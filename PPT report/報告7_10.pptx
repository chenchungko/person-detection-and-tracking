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1" r:id="rId3"/>
    <p:sldId id="272" r:id="rId4"/>
    <p:sldId id="271" r:id="rId5"/>
    <p:sldId id="273" r:id="rId6"/>
    <p:sldId id="274" r:id="rId7"/>
    <p:sldId id="275" r:id="rId8"/>
    <p:sldId id="27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71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438F8-6211-401D-9868-4B43542BF8B8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3D158-5E17-4CFE-8B8C-D88A120AD8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10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08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06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30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69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56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352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93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11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02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17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0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761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49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57E88-EB17-46BE-9ADB-C5A5D5F38F3E}" type="datetimeFigureOut">
              <a:rPr lang="zh-TW" altLang="en-US" smtClean="0"/>
              <a:t>2026/7/10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3E05B-2C15-492C-8A88-23C5AF414E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51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9F59-F4EE-4C7D-9FAF-44989E913E06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Google Shape;71;p15">
            <a:extLst>
              <a:ext uri="{FF2B5EF4-FFF2-40B4-BE49-F238E27FC236}">
                <a16:creationId xmlns:a16="http://schemas.microsoft.com/office/drawing/2014/main" id="{2D2E0921-393B-4FA5-0153-7E389B3F08B2}"/>
              </a:ext>
            </a:extLst>
          </p:cNvPr>
          <p:cNvSpPr txBox="1">
            <a:spLocks/>
          </p:cNvSpPr>
          <p:nvPr/>
        </p:nvSpPr>
        <p:spPr>
          <a:xfrm>
            <a:off x="0" y="2747000"/>
            <a:ext cx="12192000" cy="136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8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整體架構</a:t>
            </a:r>
            <a:endParaRPr lang="en-US" altLang="zh-TW" sz="80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2FDE75D-53EE-28D3-E29E-20ED7E008F71}"/>
              </a:ext>
            </a:extLst>
          </p:cNvPr>
          <p:cNvSpPr txBox="1"/>
          <p:nvPr/>
        </p:nvSpPr>
        <p:spPr>
          <a:xfrm>
            <a:off x="1643741" y="5615969"/>
            <a:ext cx="91548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日期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:2026/7/10   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報告人：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陳眾科</a:t>
            </a:r>
          </a:p>
        </p:txBody>
      </p:sp>
    </p:spTree>
    <p:extLst>
      <p:ext uri="{BB962C8B-B14F-4D97-AF65-F5344CB8AC3E}">
        <p14:creationId xmlns:p14="http://schemas.microsoft.com/office/powerpoint/2010/main" val="44534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/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 altLang="zh-TW" sz="4800" dirty="0"/>
              <a:t>System Architecture Diagram</a:t>
            </a:r>
            <a:endParaRPr lang="en-GB" sz="4800" dirty="0"/>
          </a:p>
        </p:txBody>
      </p:sp>
      <p:sp>
        <p:nvSpPr>
          <p:cNvPr id="6" name="投影片編號版面配置區 2"/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6FE3CF6-536A-83B3-797C-D6190D91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57" y="549807"/>
            <a:ext cx="6330723" cy="630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8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AF4A-86BE-CDA8-BF53-0F04BC7F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4872C472-7660-3106-39BE-157827C0BAC2}"/>
              </a:ext>
            </a:extLst>
          </p:cNvPr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zh-TW" altLang="en-US" sz="4800" dirty="0"/>
              <a:t>平面圖</a:t>
            </a:r>
            <a:endParaRPr lang="en-GB" sz="4800" dirty="0"/>
          </a:p>
        </p:txBody>
      </p:sp>
      <p:sp>
        <p:nvSpPr>
          <p:cNvPr id="6" name="投影片編號版面配置區 2">
            <a:extLst>
              <a:ext uri="{FF2B5EF4-FFF2-40B4-BE49-F238E27FC236}">
                <a16:creationId xmlns:a16="http://schemas.microsoft.com/office/drawing/2014/main" id="{EAAA2617-7387-9F15-1B4F-2C03E73FA1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23EAE69-263F-9652-4D7B-81B794F3B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911" y="228600"/>
            <a:ext cx="9287323" cy="65913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9C9C85A-F780-AA66-9217-B96856FB9B8B}"/>
              </a:ext>
            </a:extLst>
          </p:cNvPr>
          <p:cNvSpPr/>
          <p:nvPr/>
        </p:nvSpPr>
        <p:spPr>
          <a:xfrm>
            <a:off x="2394857" y="228600"/>
            <a:ext cx="4691743" cy="51271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7A3C63E-535D-CAC0-7E41-CD604795675D}"/>
              </a:ext>
            </a:extLst>
          </p:cNvPr>
          <p:cNvSpPr txBox="1"/>
          <p:nvPr/>
        </p:nvSpPr>
        <p:spPr>
          <a:xfrm>
            <a:off x="3886167" y="428545"/>
            <a:ext cx="170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530 cm</a:t>
            </a:r>
            <a:endParaRPr lang="zh-TW" altLang="en-US" sz="4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845C5E-FA01-61F0-74E4-809E5153AB0E}"/>
              </a:ext>
            </a:extLst>
          </p:cNvPr>
          <p:cNvSpPr txBox="1"/>
          <p:nvPr/>
        </p:nvSpPr>
        <p:spPr>
          <a:xfrm>
            <a:off x="717789" y="3258831"/>
            <a:ext cx="170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540 cm</a:t>
            </a:r>
            <a:endParaRPr lang="zh-TW" altLang="en-US" sz="4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79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EB9E-D830-609F-6632-5822C7BA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EAB2BBE3-5216-21A0-A403-6E0F95B5092C}"/>
              </a:ext>
            </a:extLst>
          </p:cNvPr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 altLang="zh-TW" sz="4800" dirty="0"/>
              <a:t>Tapo C230</a:t>
            </a:r>
            <a:r>
              <a:rPr lang="zh-TW" altLang="en-US" sz="4800" dirty="0"/>
              <a:t> 畫面</a:t>
            </a:r>
            <a:endParaRPr lang="en-GB" sz="4800" dirty="0"/>
          </a:p>
        </p:txBody>
      </p:sp>
      <p:sp>
        <p:nvSpPr>
          <p:cNvPr id="6" name="投影片編號版面配置區 2">
            <a:extLst>
              <a:ext uri="{FF2B5EF4-FFF2-40B4-BE49-F238E27FC236}">
                <a16:creationId xmlns:a16="http://schemas.microsoft.com/office/drawing/2014/main" id="{F4CADBA4-564C-5672-ED0A-C81DA55E2B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3D27CB-7E7E-3DF0-8D5A-F673155968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7" y="778412"/>
            <a:ext cx="10602686" cy="596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2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1153-6B45-027A-D4AC-19F0B722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4C1207E4-EE71-AD62-C1F2-45E23FAF9CF9}"/>
              </a:ext>
            </a:extLst>
          </p:cNvPr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 altLang="zh-TW" sz="4800" dirty="0"/>
              <a:t>Tapo C230</a:t>
            </a:r>
            <a:r>
              <a:rPr lang="zh-TW" altLang="en-US" sz="4800" dirty="0"/>
              <a:t> 即時畫面</a:t>
            </a:r>
            <a:endParaRPr lang="en-GB" sz="4800" dirty="0"/>
          </a:p>
        </p:txBody>
      </p:sp>
      <p:sp>
        <p:nvSpPr>
          <p:cNvPr id="6" name="投影片編號版面配置區 2">
            <a:extLst>
              <a:ext uri="{FF2B5EF4-FFF2-40B4-BE49-F238E27FC236}">
                <a16:creationId xmlns:a16="http://schemas.microsoft.com/office/drawing/2014/main" id="{F02382EE-0EEE-3D44-9359-96ED8A2DE7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2" name="1783420232012_0">
            <a:hlinkClick r:id="" action="ppaction://media"/>
            <a:extLst>
              <a:ext uri="{FF2B5EF4-FFF2-40B4-BE49-F238E27FC236}">
                <a16:creationId xmlns:a16="http://schemas.microsoft.com/office/drawing/2014/main" id="{40487D36-FC50-D41E-59E8-4DC78479E5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92628" y="888630"/>
            <a:ext cx="10406743" cy="585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4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D3E9-B902-A9B7-7ED7-5AC6BCA0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93C6AE59-EC0C-5B97-593B-A87C18BC0095}"/>
              </a:ext>
            </a:extLst>
          </p:cNvPr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zh-TW" altLang="en-US" sz="4800" dirty="0"/>
              <a:t>時程安排</a:t>
            </a:r>
            <a:endParaRPr lang="en-GB" sz="4800" dirty="0"/>
          </a:p>
        </p:txBody>
      </p:sp>
      <p:sp>
        <p:nvSpPr>
          <p:cNvPr id="6" name="投影片編號版面配置區 2">
            <a:extLst>
              <a:ext uri="{FF2B5EF4-FFF2-40B4-BE49-F238E27FC236}">
                <a16:creationId xmlns:a16="http://schemas.microsoft.com/office/drawing/2014/main" id="{A880047E-3D5B-CA67-C05F-15BDC12874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E00C553-5EF0-86DC-AC71-CE42B2679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88" y="1086427"/>
            <a:ext cx="11576212" cy="468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F248-3496-ED63-0505-98425360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B35BEEEF-72E0-710E-E136-B5E3C0DD1926}"/>
              </a:ext>
            </a:extLst>
          </p:cNvPr>
          <p:cNvSpPr txBox="1">
            <a:spLocks/>
          </p:cNvSpPr>
          <p:nvPr/>
        </p:nvSpPr>
        <p:spPr>
          <a:xfrm>
            <a:off x="415600" y="-84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TW"/>
            </a:defPPr>
            <a:lvl1pPr>
              <a:buClr>
                <a:schemeClr val="dk1"/>
              </a:buClr>
              <a:buSzPts val="2800"/>
              <a:buNone/>
              <a:defRPr sz="3733" b="1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zh-TW" altLang="en-US" sz="4800" dirty="0"/>
              <a:t>時數登錄</a:t>
            </a:r>
            <a:r>
              <a:rPr lang="en-US" altLang="zh-TW" sz="4800" dirty="0"/>
              <a:t>_TMS(</a:t>
            </a:r>
            <a:r>
              <a:rPr lang="zh-TW" altLang="en-US" sz="4800" dirty="0"/>
              <a:t>訓練管理系統</a:t>
            </a:r>
            <a:r>
              <a:rPr lang="en-US" altLang="zh-TW" sz="4800" dirty="0"/>
              <a:t>)</a:t>
            </a:r>
          </a:p>
          <a:p>
            <a:r>
              <a:rPr lang="zh-TW" altLang="en-US" sz="4800" dirty="0"/>
              <a:t>線上操作說明會</a:t>
            </a:r>
            <a:endParaRPr lang="en-GB" sz="4800" dirty="0"/>
          </a:p>
        </p:txBody>
      </p:sp>
      <p:sp>
        <p:nvSpPr>
          <p:cNvPr id="6" name="投影片編號版面配置區 2">
            <a:extLst>
              <a:ext uri="{FF2B5EF4-FFF2-40B4-BE49-F238E27FC236}">
                <a16:creationId xmlns:a16="http://schemas.microsoft.com/office/drawing/2014/main" id="{EADF70F8-F267-6FA5-8E1E-5B2A695DAD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E2A3DD2-3BBB-4BCE-03A8-5B7AA8DF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5234"/>
            <a:ext cx="12155004" cy="356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1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2"/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矩形 4"/>
          <p:cNvSpPr/>
          <p:nvPr/>
        </p:nvSpPr>
        <p:spPr>
          <a:xfrm>
            <a:off x="0" y="2709263"/>
            <a:ext cx="12192000" cy="144330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sz="8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感謝您的聆聽</a:t>
            </a:r>
          </a:p>
        </p:txBody>
      </p:sp>
    </p:spTree>
    <p:extLst>
      <p:ext uri="{BB962C8B-B14F-4D97-AF65-F5344CB8AC3E}">
        <p14:creationId xmlns:p14="http://schemas.microsoft.com/office/powerpoint/2010/main" val="359386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55</Words>
  <Application>Microsoft Office PowerPoint</Application>
  <PresentationFormat>寬螢幕</PresentationFormat>
  <Paragraphs>20</Paragraphs>
  <Slides>8</Slides>
  <Notes>1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CTChen</dc:creator>
  <cp:lastModifiedBy>CTChen</cp:lastModifiedBy>
  <cp:revision>92</cp:revision>
  <cp:lastPrinted>2026-07-10T02:32:39Z</cp:lastPrinted>
  <dcterms:created xsi:type="dcterms:W3CDTF">2024-01-11T06:28:01Z</dcterms:created>
  <dcterms:modified xsi:type="dcterms:W3CDTF">2026-07-10T02:49:26Z</dcterms:modified>
</cp:coreProperties>
</file>